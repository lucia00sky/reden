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60"/>
  </p:normalViewPr>
  <p:slideViewPr>
    <p:cSldViewPr snapToGrid="0" showGuides="1">
      <p:cViewPr varScale="1">
        <p:scale>
          <a:sx n="130" d="100"/>
          <a:sy n="130" d="100"/>
        </p:scale>
        <p:origin x="162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8A39B-EAB5-634F-AF47-596835E3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FD65DA-D055-0CAE-F5CE-81C037604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BDDE50-33D1-7FBE-8113-AB1C187C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E61FC-06FB-646F-8F3E-A47F55B4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1372BA-63AE-4E24-061D-299114DD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658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BF124-4597-1871-6688-2A74ECB5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870900-2DB2-80C9-2B17-1C2B9BAAF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A3D58-4D8A-8EAD-5057-A9457C0F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80FAA-14B8-10C6-912B-7770A86A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AE25E7-D6E7-F22F-57B1-91C2FB65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13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D491E-45F2-6676-4CCF-F2AAD92E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EA1B5B-84F6-3251-35EE-F17663485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629A5-4F62-E1FD-DF1F-1860A295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E38A7A-30D0-69AC-F35A-C22D0A77E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31C2DA-55A6-2A3A-2084-E109562D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13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C7A99-B38A-9B3A-B0E6-25875CF3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B6573-3E4C-D640-C7AC-B10DD3B7C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636251-0866-8187-EC53-529787F5F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BFC7D5-05DD-35BA-03FD-5D838AD9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A10A90-0AF0-E07D-65E5-6705AE11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6EE8F1-AC35-89B4-F3FA-D79D8BE4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0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D458B-82DE-3EAD-A3EA-359D33D2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E34A57-7610-CDC4-2A73-B082E44E4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7EA72C-4D81-CAD4-C69C-0E7C5A655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5EC637-50A6-FE24-30CE-4D02942FE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308D78-8B6E-A543-07E3-15B1F1FF3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0C8FDC-269E-D387-9B04-A9CFDB2E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A8E3FE-5F43-6F94-E0E2-4B251FDD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48A382B-FAF0-5389-52E4-DE062A2BE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8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140F7-2F9A-5B2D-04F7-1E2D454C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8911A4-B239-E3EF-FACC-C5A48CF4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B2C5B7-2F94-3BA8-DC37-6166F60D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F93143-B1F8-E29E-CECE-540603F72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1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AA4F14-D96A-A5F2-2296-FF4A5E66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26B26A-FA3E-5A25-FCBE-EC4E4FFEC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F639D-6305-93AB-0EE2-B684934A8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77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B2C8F-0A6F-1BB7-B3F2-81CC4B37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5AB5C8-8C02-5499-D5B6-47BDF01D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162027-7380-6A0A-3FAA-97DB3926C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56D3BB-C32E-D5A7-F9E6-B1F06022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8F6AF9-93D8-1414-B4D4-679284D4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10D695-B6FD-09BE-CD4B-0226C25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772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8E8A8-394B-C585-E544-AA8EC592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9F5F73-0219-A06B-013D-E70F25659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3A6440-FA40-DE05-FAB3-0FB00387E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5F99F2-E6BF-4A83-4941-7C2BF1F2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46C0A6-A74B-3533-24CA-0E267736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28598F-C734-2F3B-B9DB-E466FEE8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23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6BBC0-6B86-F43A-116D-DC0ACBA8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42674F-15FA-A8DC-EDD0-1F493AB6C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CEC6E0-F025-5155-61FD-E7084CAF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A20512-26F1-89B4-D974-318F1DFE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5D6A9-5C7E-F897-437D-9ED03A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6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D3E082-E130-B37A-D135-D9CA507A7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93B604-02F3-7CBF-1D26-1E454D8A1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CBF2F-6C25-B6FA-1FA6-5EE652BE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7C19D-4EFB-DCA9-87E5-8077765F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0D75D2-577C-362E-C568-B0310506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7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D24827-78BE-7F89-F7A7-BEECD907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B0E68-0111-7A17-6E66-09F1D804B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6AAEEC-867F-E5AB-2664-2DB99FFA0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7E3F2-F12E-4D4F-B698-413BC40C01D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9CEC1-FD6F-7B8F-EDB6-92D9E25EB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3A325-37EA-9606-68A3-4E2D2F2B5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11876-F36B-4CB9-A00D-62DC1F6C85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54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40ADC-AE6E-6F1D-81A3-1002ED4C25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A1F6A5-C6D7-B6E6-E5C6-DDB178767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37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2D6D9-A0E9-728B-A9E1-122E27A8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105ED-BC8D-841A-27DD-EBEECD67D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C6402CF-37F4-2D47-624B-8E9094B825FD}"/>
              </a:ext>
            </a:extLst>
          </p:cNvPr>
          <p:cNvGrpSpPr/>
          <p:nvPr/>
        </p:nvGrpSpPr>
        <p:grpSpPr>
          <a:xfrm>
            <a:off x="1355" y="1728167"/>
            <a:ext cx="6582694" cy="4344006"/>
            <a:chOff x="446828" y="1832957"/>
            <a:chExt cx="6582694" cy="4344006"/>
          </a:xfrm>
        </p:grpSpPr>
        <p:pic>
          <p:nvPicPr>
            <p:cNvPr id="5" name="그림 4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B88156C-9633-87EC-3CFE-F3ED230D9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828" y="1832957"/>
              <a:ext cx="6582694" cy="434400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810EE60-2D7D-627E-5795-8BA967D16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850" y="2487683"/>
              <a:ext cx="3736798" cy="466790"/>
            </a:xfrm>
            <a:prstGeom prst="rect">
              <a:avLst/>
            </a:prstGeom>
          </p:spPr>
        </p:pic>
      </p:grpSp>
      <p:pic>
        <p:nvPicPr>
          <p:cNvPr id="15" name="그림 1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3EA057-7440-009A-4B01-41BE1B70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9374"/>
            <a:ext cx="6018766" cy="1492799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1CE0A6-D370-54E2-93D4-40E9FD804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434" y="1623377"/>
            <a:ext cx="5553850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6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8B340-CC8F-EAA5-0AAA-61931441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Shadcn</a:t>
            </a:r>
            <a:endParaRPr lang="ko-KR" altLang="en-US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A42EE2-5930-9851-5690-B7FB572AFF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03" y="1424691"/>
            <a:ext cx="7554379" cy="3486637"/>
          </a:xfrm>
          <a:prstGeom prst="rect">
            <a:avLst/>
          </a:prstGeom>
        </p:spPr>
      </p:pic>
      <p:pic>
        <p:nvPicPr>
          <p:cNvPr id="7" name="그림 6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1D423F-FBC8-4330-3E2C-AD2A507B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03" y="4950659"/>
            <a:ext cx="6592220" cy="990738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DCB618-1FD6-7DDC-7EEA-4B8A9C724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378" y="5169425"/>
            <a:ext cx="4549381" cy="14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52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</Words>
  <Application>Microsoft Office PowerPoint</Application>
  <PresentationFormat>와이드스크린</PresentationFormat>
  <Paragraphs>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프로젝트 생성</vt:lpstr>
      <vt:lpstr>Shadcn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하늘 유</dc:creator>
  <cp:lastModifiedBy>하늘 유</cp:lastModifiedBy>
  <cp:revision>2</cp:revision>
  <dcterms:created xsi:type="dcterms:W3CDTF">2026-01-09T00:22:19Z</dcterms:created>
  <dcterms:modified xsi:type="dcterms:W3CDTF">2026-01-09T02:07:15Z</dcterms:modified>
</cp:coreProperties>
</file>